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B979-B229-C520-3FFC-8D3D8E457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AF8C9-0A8A-EC87-533B-B0EA9F1A6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30D04-C1DF-172C-9355-1B867BA6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1822D-2F8D-1656-C8C6-8BF17D77B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DE00F-3CC7-C95E-E774-0BB18220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96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5233-DEC3-3695-7FD3-4A585F96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FF86-1E67-BB9F-975A-5ABF76AC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FDD02-CDFD-4336-09E7-E58B19FD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B77A7-08B7-F904-8C70-5A5EFAEC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DFC6-ECE8-5626-3C9C-E1FE7AA3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49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90004-E658-6E3E-1AF6-E8819C8DB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23278-EF23-1441-E09B-19ED791F4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3E003-2F00-913B-B626-B7E7FDE9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74649-9850-5F8E-3444-2764C7C9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D9976-3FCB-696B-86ED-BA5E7C8F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77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02B2-0B9E-861B-A5B8-630FF20B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5813A-8D27-C43B-6F48-2038F8D43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4CB96-4C53-2165-B8F3-2DDE2DDF6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DE249-1B93-FE4B-AF14-10C5ADD9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AE72-9512-D912-7C6B-3A3D7533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38972-C517-1E88-61EB-9BDF5A13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04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9E55-8263-9267-75AE-65F8EF45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E66D8-242F-8AC3-1958-80411B173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6FFCC-0379-C540-B93A-1B7E1D0F9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03CD93-D61E-EA97-6914-BD764FBE7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61E4C-5E31-F852-ED61-B4F5869B6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2DF90B-8569-CA98-3FF8-9F52F9A2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CD3B2B-FDB3-D01D-CC62-21262CC9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D3048-B960-4135-7099-D2B15DEA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97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A894-9498-A0CD-6421-DA0D6CE22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0D6C43-8989-2D45-14D9-EDE32CE2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7669C-4CAB-1EBF-CC12-AA1C3099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A258E-C99F-BC03-75D5-524C746C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00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702F1-7A7C-7A9D-E089-D36B8A3F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080B9-FE44-3709-F7CC-42CA8FB7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F613-B936-377D-6331-F1642BBB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34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FA22-68DD-4130-97A5-BF1E65D2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1706-2551-EDF6-F023-6ABB4B895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AD586-6FA8-423F-C758-A1FCD3F64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2094C-C4CC-1420-3E2E-E224E313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AC0AE-C1C8-5DDE-8D7C-0BB908FF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45E60-FA34-6481-9242-BBF05B25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538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4A5F-88B8-113E-C744-4EFC2577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CDB3A-A48B-F08C-E702-7610D0F72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8DAF2-7F98-577C-3F2C-92F4ACAEF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4E2AE-6383-9A57-0E00-FC63FAAF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CF0C1-3431-8AA0-17ED-5C4FB4A3D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75932-DF4E-B23B-85D1-CB0FB6C4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8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35A1-459F-ED60-E299-C65DA2B2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25483-FD0F-92F5-EDA0-0E867B983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E5312-EE5F-2E23-BCC2-8E7FB07B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D55C6-F68C-2230-328D-61E9B931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A21B9-B798-AFD6-D00D-909A2B09D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67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A7DE2-65E6-E278-EF77-2CB051536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0D6D0-778F-C3FE-E4ED-BD4F9E12C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A3FEE-1CF9-CE61-F2AC-B9544781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5E6B3-D5A0-D0C2-29CC-8FA04ECA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7F062-813F-0B80-1447-0803A8B1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15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68F0A-DF02-E916-8FBD-B1171DBA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AF6C8-61E0-32A4-9560-60E58F092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0D0D2-4BD3-D79E-BCDD-2CCE9A28D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E845B-18C9-4D87-AEE5-29847A5AB0A4}" type="datetimeFigureOut">
              <a:rPr lang="pt-BR" smtClean="0"/>
              <a:t>11/03/2024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4641-D4D2-124F-38A5-266E18D5E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99EB0-0516-1B37-5D9A-BA5FEABBF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88059-A2E0-4B65-85CB-98BF3142BEE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003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3FEB55-EE3A-A47D-0839-6643ABBC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CA6DB3-29FA-B1E0-E397-AC35A4D62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são as possibilidades de uma boa negociação por uma associação de surfe diante de uma eólica offshore</a:t>
            </a:r>
          </a:p>
          <a:p>
            <a:r>
              <a:rPr lang="pt-BR" dirty="0"/>
              <a:t>Qual o problema</a:t>
            </a:r>
          </a:p>
          <a:p>
            <a:pPr lvl="1"/>
            <a:r>
              <a:rPr lang="pt-BR" dirty="0"/>
              <a:t>Temos uma grande empresa que sabe negociar</a:t>
            </a:r>
          </a:p>
          <a:p>
            <a:pPr lvl="1"/>
            <a:r>
              <a:rPr lang="pt-BR" dirty="0"/>
              <a:t>Temos uma indústria fragmentada entre pequenos e médios que não tem essa experiência de negociação ZZZZZ</a:t>
            </a:r>
          </a:p>
          <a:p>
            <a:r>
              <a:rPr lang="pt-BR" dirty="0"/>
              <a:t>Quais as consequências</a:t>
            </a:r>
          </a:p>
          <a:p>
            <a:pPr lvl="1"/>
            <a:r>
              <a:rPr lang="pt-BR" dirty="0"/>
              <a:t>A perda econômica desse setor naquela comunidade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061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76055-4DBC-9172-EF11-E4C92CBE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369DA-A058-D031-2DFE-429DC6696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Partindo do princípio que há a proposta de implantação de uma usina offshore eólica em uma zona de exploração econômica do surfe</a:t>
            </a:r>
          </a:p>
          <a:p>
            <a:pPr lvl="1"/>
            <a:r>
              <a:rPr lang="pt-BR" dirty="0"/>
              <a:t>Foi contemplado no estudo de impacto</a:t>
            </a:r>
          </a:p>
          <a:p>
            <a:pPr lvl="1"/>
            <a:r>
              <a:rPr lang="pt-BR" dirty="0"/>
              <a:t>Não foi contemplado no estudo de impacto</a:t>
            </a:r>
          </a:p>
          <a:p>
            <a:r>
              <a:rPr lang="pt-BR" dirty="0"/>
              <a:t>Há impacto no assoalhado marinho, o que gera possíveis modificações no comportamento das ondas</a:t>
            </a:r>
          </a:p>
          <a:p>
            <a:r>
              <a:rPr lang="pt-BR" dirty="0"/>
              <a:t>Quais são as possibilidades do surfe em uma mesa em busca de medidas compensatórias (ou proibitórias)</a:t>
            </a:r>
          </a:p>
        </p:txBody>
      </p:sp>
    </p:spTree>
    <p:extLst>
      <p:ext uri="{BB962C8B-B14F-4D97-AF65-F5344CB8AC3E}">
        <p14:creationId xmlns:p14="http://schemas.microsoft.com/office/powerpoint/2010/main" val="108090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EC3A-866D-70A1-7BDA-A6DD1517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87E26-7C52-52E0-27FE-41903989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</a:t>
            </a:r>
          </a:p>
          <a:p>
            <a:r>
              <a:rPr lang="pt-BR" dirty="0"/>
              <a:t>Perdas totais com efeitos colaterais podem entrar na conta dos  afetados</a:t>
            </a:r>
          </a:p>
          <a:p>
            <a:r>
              <a:rPr lang="pt-BR" dirty="0"/>
              <a:t>Conclusão possível: </a:t>
            </a:r>
          </a:p>
          <a:p>
            <a:pPr lvl="1"/>
            <a:r>
              <a:rPr lang="pt-BR" dirty="0"/>
              <a:t>O surfe tem mais chances se aliando</a:t>
            </a:r>
          </a:p>
          <a:p>
            <a:pPr lvl="2"/>
            <a:r>
              <a:rPr lang="pt-BR" dirty="0"/>
              <a:t>Porque os valores do </a:t>
            </a:r>
            <a:r>
              <a:rPr lang="pt-BR" dirty="0" err="1"/>
              <a:t>surfe+aliados</a:t>
            </a:r>
            <a:r>
              <a:rPr lang="pt-BR" dirty="0"/>
              <a:t> ficam com o valor econômico mais próximo da offshore para valer a pena combater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1955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E8F1-2DA1-C256-8C89-FE867096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Veículo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3C19-A9AA-8E17-2898-9E9759B93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Ambiental</a:t>
            </a:r>
          </a:p>
          <a:p>
            <a:r>
              <a:rPr lang="pt-BR" dirty="0"/>
              <a:t>Turismo no sentido econômico</a:t>
            </a:r>
          </a:p>
          <a:p>
            <a:r>
              <a:rPr lang="pt-BR" dirty="0"/>
              <a:t>Esportes</a:t>
            </a:r>
          </a:p>
          <a:p>
            <a:pPr lvl="1"/>
            <a:r>
              <a:rPr lang="pt-BR" dirty="0"/>
              <a:t>Meio difícil para falar de economia</a:t>
            </a:r>
          </a:p>
          <a:p>
            <a:pPr lvl="1"/>
            <a:r>
              <a:rPr lang="pt-BR" dirty="0"/>
              <a:t>Bons de fisiologia</a:t>
            </a:r>
          </a:p>
        </p:txBody>
      </p:sp>
    </p:spTree>
    <p:extLst>
      <p:ext uri="{BB962C8B-B14F-4D97-AF65-F5344CB8AC3E}">
        <p14:creationId xmlns:p14="http://schemas.microsoft.com/office/powerpoint/2010/main" val="125422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BFE919-2F2E-1235-759A-5CFE268C1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992" y="1027905"/>
            <a:ext cx="9460533" cy="474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15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181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Veículo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Geraldo Xexéo</dc:creator>
  <cp:lastModifiedBy>Geraldo Xexéo</cp:lastModifiedBy>
  <cp:revision>1</cp:revision>
  <dcterms:created xsi:type="dcterms:W3CDTF">2024-03-11T16:10:41Z</dcterms:created>
  <dcterms:modified xsi:type="dcterms:W3CDTF">2024-03-11T17:01:32Z</dcterms:modified>
</cp:coreProperties>
</file>